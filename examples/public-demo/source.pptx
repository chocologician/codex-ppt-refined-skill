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249db472184bd3" /><Relationship Type="http://schemas.openxmlformats.org/officeDocument/2006/relationships/extended-properties" Target="/docProps/app.xml" Id="R19f0e35607374b4f" /><Relationship Type="http://schemas.openxmlformats.org/officeDocument/2006/relationships/officeDocument" Target="/ppt/presentation.xml" Id="R5e18f1985bf248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4324e046f4adf"/>
  </p:sldMasterIdLst>
  <p:notesMasterIdLst>
    <p:notesMasterId xmlns:r="http://schemas.openxmlformats.org/officeDocument/2006/relationships" r:id="R8f667d1cffaa4987"/>
  </p:notesMasterIdLst>
  <p:sldIdLst>
    <p:sldId xmlns:r="http://schemas.openxmlformats.org/officeDocument/2006/relationships" id="256" r:id="R8b8f9048bc014a2a"/>
    <p:sldId xmlns:r="http://schemas.openxmlformats.org/officeDocument/2006/relationships" id="257" r:id="R8ab32b8450274f5c"/>
    <p:sldId xmlns:r="http://schemas.openxmlformats.org/officeDocument/2006/relationships" id="258" r:id="R9cb92eeb8dd5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d2b2f468254004" /><Relationship Type="http://schemas.openxmlformats.org/officeDocument/2006/relationships/slideMaster" Target="/ppt/slideMasters/slideMaster1.xml" Id="Raf04324e046f4adf" /><Relationship Type="http://schemas.openxmlformats.org/officeDocument/2006/relationships/notesMaster" Target="/ppt/notesMasters/notesMaster1.xml" Id="R8f667d1cffaa4987" /><Relationship Type="http://schemas.openxmlformats.org/officeDocument/2006/relationships/presProps" Target="/ppt/presProps.xml" Id="R3e5065bd5d8a404e" /><Relationship Type="http://schemas.openxmlformats.org/officeDocument/2006/relationships/tableStyles" Target="/ppt/tableStyles.xml" Id="Rca86f735f37644f1" /><Relationship Type="http://schemas.openxmlformats.org/officeDocument/2006/relationships/slide" Target="/ppt/slides/slide1.xml" Id="R8b8f9048bc014a2a" /><Relationship Type="http://schemas.openxmlformats.org/officeDocument/2006/relationships/slide" Target="/ppt/slides/slide2.xml" Id="R8ab32b8450274f5c" /><Relationship Type="http://schemas.openxmlformats.org/officeDocument/2006/relationships/slide" Target="/ppt/slides/slide3.xml" Id="R9cb92eeb8dd5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b97765f87e40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b9a00ff5b549c8" /><Relationship Type="http://schemas.openxmlformats.org/officeDocument/2006/relationships/notesMaster" Target="/ppt/notesMasters/notesMaster1.xml" Id="Refa06464406444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ab982c56d84c7e" /><Relationship Type="http://schemas.openxmlformats.org/officeDocument/2006/relationships/notesMaster" Target="/ppt/notesMasters/notesMaster1.xml" Id="R65845e74b9c3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2e5a5141d04346" /><Relationship Type="http://schemas.openxmlformats.org/officeDocument/2006/relationships/notesMaster" Target="/ppt/notesMasters/notesMaster1.xml" Id="Rcc2c24ada3aa42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51c123dc047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4efe2838d4d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7cd59a6bd4b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595aaccbd4e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98f8a48e24c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6d62a8e0840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2BAEA0-21E9-49E2-A417-A86654B0E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17ACFE-F5BB-416F-8AFD-780382ACF3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C03089-3932-4181-984E-6685B7D2B4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D8B07C-49D4-4310-A225-DA2AE518C4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AD9000-69F8-4CE5-8400-2ADEDF1D3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9BC42B-A61D-4A58-8253-B03A0A4AA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C46C62-7FFA-46CF-8E76-94AB3C545C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E1D755-D2D9-4A11-9480-BBAD664769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3880BB-4D8F-47BB-A191-690C545A6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059671-E00B-4D3C-BDBF-4AEFA8E85A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06e0d94f941ca" /><Relationship Type="http://schemas.openxmlformats.org/officeDocument/2006/relationships/slideLayout" Target="/ppt/slideLayouts/slideLayout1.xml" Id="Rb8c059c4200c44e6" /><Relationship Type="http://schemas.openxmlformats.org/officeDocument/2006/relationships/slideLayout" Target="/ppt/slideLayouts/slideLayout2.xml" Id="Rc8bca6da399a4145" /><Relationship Type="http://schemas.openxmlformats.org/officeDocument/2006/relationships/slideLayout" Target="/ppt/slideLayouts/slideLayout3.xml" Id="R25d99abd59bb4a48" /><Relationship Type="http://schemas.openxmlformats.org/officeDocument/2006/relationships/slideLayout" Target="/ppt/slideLayouts/slideLayout4.xml" Id="Ra8bb72d6c4a14611" /><Relationship Type="http://schemas.openxmlformats.org/officeDocument/2006/relationships/slideLayout" Target="/ppt/slideLayouts/slideLayout5.xml" Id="R881a7786baa84aa8" /><Relationship Type="http://schemas.openxmlformats.org/officeDocument/2006/relationships/slideLayout" Target="/ppt/slideLayouts/slideLayout6.xml" Id="R3367d6af0feb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c059c4200c44e6"/>
    <p:sldLayoutId xmlns:r="http://schemas.openxmlformats.org/officeDocument/2006/relationships" id="2147483650" r:id="Rc8bca6da399a4145"/>
    <p:sldLayoutId xmlns:r="http://schemas.openxmlformats.org/officeDocument/2006/relationships" id="2147483651" r:id="R25d99abd59bb4a48"/>
    <p:sldLayoutId xmlns:r="http://schemas.openxmlformats.org/officeDocument/2006/relationships" id="2147483652" r:id="Ra8bb72d6c4a14611"/>
    <p:sldLayoutId xmlns:r="http://schemas.openxmlformats.org/officeDocument/2006/relationships" id="2147483653" r:id="R881a7786baa84aa8"/>
    <p:sldLayoutId xmlns:r="http://schemas.openxmlformats.org/officeDocument/2006/relationships" id="2147483654" r:id="R3367d6af0feb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7e181b7734d47" /><Relationship Type="http://schemas.openxmlformats.org/officeDocument/2006/relationships/notesSlide" Target="/ppt/notesSlides/notesSlide1.xml" Id="R0872dcd953db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3ce751bf141d4" /><Relationship Type="http://schemas.openxmlformats.org/officeDocument/2006/relationships/notesSlide" Target="/ppt/notesSlides/notesSlide2.xml" Id="Rd47ad60c4776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a913ad2d54b4a" /><Relationship Type="http://schemas.openxmlformats.org/officeDocument/2006/relationships/notesSlide" Target="/ppt/notesSlides/notesSlide3.xml" Id="R9caa88fc2a54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DDC8E33B-7761-41B0-8CEB-1B4F17BDAB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19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工作流示例 / 01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069CC34-F289-4BA1-B9F9-54500416D8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2103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D50926-E6B8-45D7-8908-0F8C9424F4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40017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把信息讲清楚，</a:t>
            </a:r>
          </a:p>
          <a:p xmlns:a="http://schemas.openxmlformats.org/drawingml/2006/main">
            <a:pPr>
              <a:def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让视觉有秩序。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E9274C3-F10E-4543-89A0-3124125258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3571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从原生内容到分步动画的一次完整演示</a:t>
            </a:r>
          </a:p>
        </p:txBody>
      </p:sp>
      <p:sp>
        <p:nvSpPr>
          <p:cNvPr id="5" name="principles">
            <a:extLst xmlns:a="http://schemas.openxmlformats.org/drawingml/2006/main">
              <a:ext uri="{FF2B5EF4-FFF2-40B4-BE49-F238E27FC236}">
                <a16:creationId xmlns:a16="http://schemas.microsoft.com/office/drawing/2014/main" id="{570F2ADA-1567-4D99-BC35-467515C599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47910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内容准确   /   组件可改   /   节奏可控</a:t>
            </a:r>
          </a:p>
        </p:txBody>
      </p:sp>
    </p:spTree>
    <p:extLst>
      <p:ext uri="{BB962C8B-B14F-4D97-AF65-F5344CB8AC3E}">
        <p14:creationId xmlns:p14="http://schemas.microsoft.com/office/powerpoint/2010/main" val="774598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9EA208EA-DA00-4EE9-99D6-1536544DC98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19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语义流程 / 02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6D55897-42F5-432A-826F-DA3BA23F4B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2103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829BC6-489F-410F-A48A-0DC11FB7FF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0382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跟着讲述顺序展开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4EA670E8-59CA-49D1-927F-3B057D16AD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19526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四个步骤依次出现，最后呈现验收结论。</a:t>
            </a:r>
          </a:p>
        </p:txBody>
      </p:sp>
      <p:sp>
        <p:nvSpPr>
          <p:cNvPr id="5" name="step0_number">
            <a:extLst xmlns:a="http://schemas.openxmlformats.org/drawingml/2006/main">
              <a:ext uri="{FF2B5EF4-FFF2-40B4-BE49-F238E27FC236}">
                <a16:creationId xmlns:a16="http://schemas.microsoft.com/office/drawing/2014/main" id="{2FE47982-93B4-4CA0-8CF1-D975E5E7D3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8650" y="3086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tep0_title">
            <a:extLst xmlns:a="http://schemas.openxmlformats.org/drawingml/2006/main">
              <a:ext uri="{FF2B5EF4-FFF2-40B4-BE49-F238E27FC236}">
                <a16:creationId xmlns:a16="http://schemas.microsoft.com/office/drawing/2014/main" id="{4AE5AF9E-CC02-4FE5-AD92-2E4763C58C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8650" y="3676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明确内容</a:t>
            </a:r>
          </a:p>
        </p:txBody>
      </p:sp>
      <p:sp>
        <p:nvSpPr>
          <p:cNvPr id="7" name="step0_detail">
            <a:extLst xmlns:a="http://schemas.openxmlformats.org/drawingml/2006/main">
              <a:ext uri="{FF2B5EF4-FFF2-40B4-BE49-F238E27FC236}">
                <a16:creationId xmlns:a16="http://schemas.microsoft.com/office/drawing/2014/main" id="{700B7401-746B-41B5-B061-E90BDA364D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28650" y="430530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整理事实与讲述目标</a:t>
            </a:r>
          </a:p>
        </p:txBody>
      </p:sp>
      <p:sp>
        <p:nvSpPr>
          <p:cNvPr id="8" name="arrow0">
            <a:extLst xmlns:a="http://schemas.openxmlformats.org/drawingml/2006/main">
              <a:ext uri="{FF2B5EF4-FFF2-40B4-BE49-F238E27FC236}">
                <a16:creationId xmlns:a16="http://schemas.microsoft.com/office/drawing/2014/main" id="{C4F8774D-0F91-449F-B48B-BABC8500B2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38475" y="3638550"/>
            <a:ext cx="42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step1_number">
            <a:extLst xmlns:a="http://schemas.openxmlformats.org/drawingml/2006/main">
              <a:ext uri="{FF2B5EF4-FFF2-40B4-BE49-F238E27FC236}">
                <a16:creationId xmlns:a16="http://schemas.microsoft.com/office/drawing/2014/main" id="{64468525-5B08-4C47-982D-F94C9C7DDA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05200" y="3086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1_title">
            <a:extLst xmlns:a="http://schemas.openxmlformats.org/drawingml/2006/main">
              <a:ext uri="{FF2B5EF4-FFF2-40B4-BE49-F238E27FC236}">
                <a16:creationId xmlns:a16="http://schemas.microsoft.com/office/drawing/2014/main" id="{CD787AEB-C221-401A-9C87-CC3487371AB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05200" y="3676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组织版式</a:t>
            </a:r>
          </a:p>
        </p:txBody>
      </p:sp>
      <p:sp>
        <p:nvSpPr>
          <p:cNvPr id="11" name="step1_detail">
            <a:extLst xmlns:a="http://schemas.openxmlformats.org/drawingml/2006/main">
              <a:ext uri="{FF2B5EF4-FFF2-40B4-BE49-F238E27FC236}">
                <a16:creationId xmlns:a16="http://schemas.microsoft.com/office/drawing/2014/main" id="{7038A79D-8435-4895-BF9F-3AA3D001F3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05200" y="430530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建立层级与阅读顺序</a:t>
            </a:r>
          </a:p>
        </p:txBody>
      </p:sp>
      <p:sp>
        <p:nvSpPr>
          <p:cNvPr id="12" name="arrow1">
            <a:extLst xmlns:a="http://schemas.openxmlformats.org/drawingml/2006/main">
              <a:ext uri="{FF2B5EF4-FFF2-40B4-BE49-F238E27FC236}">
                <a16:creationId xmlns:a16="http://schemas.microsoft.com/office/drawing/2014/main" id="{BA6FAEF0-AFB3-41A6-9ED6-8DA4B70619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15025" y="3638550"/>
            <a:ext cx="42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step2_number">
            <a:extLst xmlns:a="http://schemas.openxmlformats.org/drawingml/2006/main">
              <a:ext uri="{FF2B5EF4-FFF2-40B4-BE49-F238E27FC236}">
                <a16:creationId xmlns:a16="http://schemas.microsoft.com/office/drawing/2014/main" id="{74820713-CAF5-40A5-9ECE-EE3E8CDDD6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0" y="3086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step2_title">
            <a:extLst xmlns:a="http://schemas.openxmlformats.org/drawingml/2006/main">
              <a:ext uri="{FF2B5EF4-FFF2-40B4-BE49-F238E27FC236}">
                <a16:creationId xmlns:a16="http://schemas.microsoft.com/office/drawing/2014/main" id="{4172034B-FCF5-4F86-BB52-52EEBAA773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0" y="3676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安排动画</a:t>
            </a:r>
          </a:p>
        </p:txBody>
      </p:sp>
      <p:sp>
        <p:nvSpPr>
          <p:cNvPr id="15" name="step2_detail">
            <a:extLst xmlns:a="http://schemas.openxmlformats.org/drawingml/2006/main">
              <a:ext uri="{FF2B5EF4-FFF2-40B4-BE49-F238E27FC236}">
                <a16:creationId xmlns:a16="http://schemas.microsoft.com/office/drawing/2014/main" id="{5F911918-2074-4CBA-9769-114B0BD138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0" y="430530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按组件控制时长与停顿</a:t>
            </a:r>
          </a:p>
        </p:txBody>
      </p:sp>
      <p:sp>
        <p:nvSpPr>
          <p:cNvPr id="16" name="arrow2">
            <a:extLst xmlns:a="http://schemas.openxmlformats.org/drawingml/2006/main">
              <a:ext uri="{FF2B5EF4-FFF2-40B4-BE49-F238E27FC236}">
                <a16:creationId xmlns:a16="http://schemas.microsoft.com/office/drawing/2014/main" id="{205002B0-862B-42FF-8612-4209E21D93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91575" y="3638550"/>
            <a:ext cx="42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step3_number">
            <a:extLst xmlns:a="http://schemas.openxmlformats.org/drawingml/2006/main">
              <a:ext uri="{FF2B5EF4-FFF2-40B4-BE49-F238E27FC236}">
                <a16:creationId xmlns:a16="http://schemas.microsoft.com/office/drawing/2014/main" id="{849C18E5-46F5-4674-9304-04BEF48A76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8300" y="3086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step3_title">
            <a:extLst xmlns:a="http://schemas.openxmlformats.org/drawingml/2006/main">
              <a:ext uri="{FF2B5EF4-FFF2-40B4-BE49-F238E27FC236}">
                <a16:creationId xmlns:a16="http://schemas.microsoft.com/office/drawing/2014/main" id="{8DCD3592-A3B7-45A6-94C1-32AD943130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8300" y="3676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检查交付</a:t>
            </a:r>
          </a:p>
        </p:txBody>
      </p:sp>
      <p:sp>
        <p:nvSpPr>
          <p:cNvPr id="19" name="step3_detail">
            <a:extLst xmlns:a="http://schemas.openxmlformats.org/drawingml/2006/main">
              <a:ext uri="{FF2B5EF4-FFF2-40B4-BE49-F238E27FC236}">
                <a16:creationId xmlns:a16="http://schemas.microsoft.com/office/drawing/2014/main" id="{B2138053-02EF-4E81-8F29-A8425C840E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58300" y="430530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核对画面与实际放映</a:t>
            </a:r>
          </a:p>
        </p:txBody>
      </p:sp>
      <p:sp>
        <p:nvSpPr>
          <p:cNvPr id="20" name="conclusion">
            <a:extLst xmlns:a="http://schemas.openxmlformats.org/drawingml/2006/main">
              <a:ext uri="{FF2B5EF4-FFF2-40B4-BE49-F238E27FC236}">
                <a16:creationId xmlns:a16="http://schemas.microsoft.com/office/drawing/2014/main" id="{606F8AE0-77F4-4466-9318-1A1A5FB122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54292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先读懂，再看清，最后顺畅地讲出来。</a:t>
            </a:r>
          </a:p>
        </p:txBody>
      </p:sp>
    </p:spTree>
    <p:extLst>
      <p:ext uri="{BB962C8B-B14F-4D97-AF65-F5344CB8AC3E}">
        <p14:creationId xmlns:p14="http://schemas.microsoft.com/office/powerpoint/2010/main" val="2015194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32331272-BF99-4E9A-82BF-D6E19FCF6A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4191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验证与边界 / 03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C90CC8C-3CEE-44F5-A551-AB34F44D51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62103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公开合成示例 · 原生文字与流程可编辑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055203-3863-482D-A48B-24C2248C471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" y="10477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可见的结果，可复现的过程</a:t>
            </a:r>
          </a:p>
        </p:txBody>
      </p:sp>
      <p:sp>
        <p:nvSpPr>
          <p:cNvPr id="4" name="row0_label">
            <a:extLst xmlns:a="http://schemas.openxmlformats.org/drawingml/2006/main">
              <a:ext uri="{FF2B5EF4-FFF2-40B4-BE49-F238E27FC236}">
                <a16:creationId xmlns:a16="http://schemas.microsoft.com/office/drawing/2014/main" id="{E2FB724B-933E-4CF1-B841-81C73CF12C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25431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可编辑</a:t>
            </a:r>
          </a:p>
        </p:txBody>
      </p:sp>
      <p:sp>
        <p:nvSpPr>
          <p:cNvPr id="5" name="row0_body">
            <a:extLst xmlns:a="http://schemas.openxmlformats.org/drawingml/2006/main">
              <a:ext uri="{FF2B5EF4-FFF2-40B4-BE49-F238E27FC236}">
                <a16:creationId xmlns:a16="http://schemas.microsoft.com/office/drawing/2014/main" id="{913693C4-A5E0-4FCC-8499-5D0B435DFF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25622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标题、正文和流程均为原生对象。</a:t>
            </a:r>
          </a:p>
        </p:txBody>
      </p:sp>
      <p:sp>
        <p:nvSpPr>
          <p:cNvPr id="6" name="row1_label">
            <a:extLst xmlns:a="http://schemas.openxmlformats.org/drawingml/2006/main">
              <a:ext uri="{FF2B5EF4-FFF2-40B4-BE49-F238E27FC236}">
                <a16:creationId xmlns:a16="http://schemas.microsoft.com/office/drawing/2014/main" id="{45B671D4-2CF3-4414-A9E2-4405B42F39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346710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7" name="row1_body">
            <a:extLst xmlns:a="http://schemas.openxmlformats.org/drawingml/2006/main">
              <a:ext uri="{FF2B5EF4-FFF2-40B4-BE49-F238E27FC236}">
                <a16:creationId xmlns:a16="http://schemas.microsoft.com/office/drawing/2014/main" id="{FDCE8B5E-6892-4B1B-BD11-76065AA0B4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34861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使用同一份源稿与计划，重新生成动画。</a:t>
            </a:r>
          </a:p>
        </p:txBody>
      </p:sp>
      <p:sp>
        <p:nvSpPr>
          <p:cNvPr id="8" name="row2_label">
            <a:extLst xmlns:a="http://schemas.openxmlformats.org/drawingml/2006/main">
              <a:ext uri="{FF2B5EF4-FFF2-40B4-BE49-F238E27FC236}">
                <a16:creationId xmlns:a16="http://schemas.microsoft.com/office/drawing/2014/main" id="{79092651-4234-41BC-BACA-312CA694C8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43910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25A28"/>
                </a:solidFill>
                <a:latin typeface="Microsoft YaHei"/>
                <a:ea typeface="Microsoft YaHei"/>
                <a:cs typeface="Microsoft YaHei"/>
              </a:rPr>
              <a:t>可核对</a:t>
            </a:r>
          </a:p>
        </p:txBody>
      </p:sp>
      <p:sp>
        <p:nvSpPr>
          <p:cNvPr id="9" name="row2_body">
            <a:extLst xmlns:a="http://schemas.openxmlformats.org/drawingml/2006/main">
              <a:ext uri="{FF2B5EF4-FFF2-40B4-BE49-F238E27FC236}">
                <a16:creationId xmlns:a16="http://schemas.microsoft.com/office/drawing/2014/main" id="{23986C4E-60C5-4E85-8AA2-570D2518CC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441007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40"/>
                </a:solidFill>
                <a:latin typeface="Microsoft YaHei"/>
                <a:ea typeface="Microsoft YaHei"/>
                <a:cs typeface="Microsoft YaHei"/>
              </a:rPr>
              <a:t>保存后检查时序，再对比最终画面。</a:t>
            </a:r>
          </a:p>
        </p:txBody>
      </p:sp>
      <p:sp>
        <p:nvSpPr>
          <p:cNvPr id="10" name="limitation">
            <a:extLst xmlns:a="http://schemas.openxmlformats.org/drawingml/2006/main">
              <a:ext uri="{FF2B5EF4-FFF2-40B4-BE49-F238E27FC236}">
                <a16:creationId xmlns:a16="http://schemas.microsoft.com/office/drawing/2014/main" id="{B8D2A170-0498-4E4C-AD92-5720ADABC7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8175" y="55530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17A"/>
                </a:solidFill>
                <a:latin typeface="Microsoft YaHei"/>
                <a:ea typeface="Microsoft YaHei"/>
                <a:cs typeface="Microsoft YaHei"/>
              </a:rPr>
              <a:t>这是合成的功能示例，不代表任意资料都能自动转换。</a:t>
            </a:r>
          </a:p>
        </p:txBody>
      </p:sp>
    </p:spTree>
    <p:extLst>
      <p:ext uri="{BB962C8B-B14F-4D97-AF65-F5344CB8AC3E}">
        <p14:creationId xmlns:p14="http://schemas.microsoft.com/office/powerpoint/2010/main" val="173252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2026-10-21T13:45:52.7120000Z</dcterms:created>
  <dcterms:modified xsi:type="dcterms:W3CDTF">2026-10-21T13:45:52.7120000Z</dcterms:modified>
</coreProperties>
</file>